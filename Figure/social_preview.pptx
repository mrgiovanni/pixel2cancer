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</p:sldIdLst>
  <p:sldSz cx="18288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B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76"/>
    <p:restoredTop sz="94694"/>
  </p:normalViewPr>
  <p:slideViewPr>
    <p:cSldViewPr snapToGrid="0">
      <p:cViewPr varScale="1">
        <p:scale>
          <a:sx n="87" d="100"/>
          <a:sy n="87" d="100"/>
        </p:scale>
        <p:origin x="44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496484"/>
            <a:ext cx="13716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4802717"/>
            <a:ext cx="13716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43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279652"/>
            <a:ext cx="157734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119285"/>
            <a:ext cx="157734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14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434167"/>
            <a:ext cx="77724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434167"/>
            <a:ext cx="77724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8/30/25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821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486834"/>
            <a:ext cx="157734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241551"/>
            <a:ext cx="7736681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340100"/>
            <a:ext cx="773668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241551"/>
            <a:ext cx="7774782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340100"/>
            <a:ext cx="7774782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8/30/25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059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8/30/25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59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8/30/25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02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09600"/>
            <a:ext cx="5898356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316567"/>
            <a:ext cx="92583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743200"/>
            <a:ext cx="5898356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8/30/25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3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09600"/>
            <a:ext cx="5898356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316567"/>
            <a:ext cx="92583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743200"/>
            <a:ext cx="5898356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8/30/25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641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74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486833"/>
            <a:ext cx="394335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486833"/>
            <a:ext cx="1160145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350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486834"/>
            <a:ext cx="157734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434167"/>
            <a:ext cx="157734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8E3A34-4611-1B4E-8C13-2981A7452527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8475134"/>
            <a:ext cx="6172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79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D33CF5-989D-0976-61EB-F39DCA29F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262317-6FB8-304F-65D9-E0CBD06C2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14" name="Picture 2213">
            <a:extLst>
              <a:ext uri="{FF2B5EF4-FFF2-40B4-BE49-F238E27FC236}">
                <a16:creationId xmlns:a16="http://schemas.microsoft.com/office/drawing/2014/main" id="{6279213A-1DD6-EBA9-A269-58AAAD037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80" y="1371600"/>
            <a:ext cx="1809244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401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Zongwei Zhou</dc:creator>
  <cp:lastModifiedBy>Zongwei Zhou</cp:lastModifiedBy>
  <cp:revision>7</cp:revision>
  <dcterms:created xsi:type="dcterms:W3CDTF">2025-06-22T18:27:16Z</dcterms:created>
  <dcterms:modified xsi:type="dcterms:W3CDTF">2025-08-30T20:20:45Z</dcterms:modified>
</cp:coreProperties>
</file>